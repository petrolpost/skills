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457200"/>
            <a:ext cx="3657600" cy="3657600"/>
          </a:xfrm>
          <a:prstGeom prst="ellipse">
            <a:avLst/>
          </a:prstGeom>
          <a:solidFill>
            <a:srgbClr val="FFFFFF">
              <a:alpha val="3000"/>
            </a:srgbClr>
          </a:solidFill>
          <a:ln w="1905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知识工程的科学评审协议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Evolution Auditor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理论演化审计协议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86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当知识演化的速度超越了我们验证它的能力，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我们需要一套像代码评审一样严谨的理论评审机制。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   ·   FOUNDATION DOCUMENT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为什么需要 TEA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知识演化的速度，正在超越验证的能力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大语言模型大幅加速了创意、文档、架构与框架的产生 —— 但也带来了新的挑战：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57400"/>
            <a:ext cx="9784080" cy="1051560"/>
          </a:xfrm>
          <a:prstGeom prst="rect">
            <a:avLst>
              <a:gd name="adj" fmla="val 521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057400"/>
            <a:ext cx="978408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574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知识演化的速度，已经超越了我们验证它的能力。”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88720" y="3429000"/>
            <a:ext cx="3154680" cy="2468880"/>
          </a:xfrm>
          <a:prstGeom prst="roundRect">
            <a:avLst>
              <a:gd name="adj" fmla="val 22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7490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0" descr="icons/branch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38953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概念被重新命名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49651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术语持续迁移，原意逐渐模糊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36008" y="3429000"/>
            <a:ext cx="3154680" cy="2468880"/>
          </a:xfrm>
          <a:prstGeom prst="roundRect">
            <a:avLst>
              <a:gd name="adj" fmla="val 22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10328" y="37490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icons/history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38953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10328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模型被重新组织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10328" y="49651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结构频繁调整，边界不断重画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83296" y="3429000"/>
            <a:ext cx="3154680" cy="2468880"/>
          </a:xfrm>
          <a:prstGeom prst="roundRect">
            <a:avLst>
              <a:gd name="adj" fmla="val 22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57616" y="37490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icons/route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89534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7616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架构与文档被重写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57616" y="49651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框架反复重构，假设悄然改变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这究竟是演化，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还是理论已经偏离了它最初的目标？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7764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工程领域早已拥有成熟的评审机制——代码评审、设计评审、架构评审。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科研领域同样拥有验证机制——同行评审、实验验证、可复现性。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但对于「知识本身的演化」，我们几乎没有任何标准化的评审流程。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TEA 是什么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一个用于评审「理论演化健康度」的协议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不生成理论，不设计架构，也不取代人类判断。它只回答一个朴素的问题：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这个理论，是否正确地演化了？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它不是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✕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不生成理论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✕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不设计架构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✕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不取代人类判断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融合科学推理与工程纪律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0740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在理论成为「稳定知识体系」前先审查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506577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代码评审 / 架构评审 / 学术同行评审 的理论版本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核心理念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四大核心原则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42032" cy="4480560"/>
          </a:xfrm>
          <a:prstGeom prst="roundRect">
            <a:avLst>
              <a:gd name="adj" fmla="val 25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20574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rout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可追溯的演化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675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Evolution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82496" y="4114800"/>
            <a:ext cx="457200" cy="0"/>
          </a:xfrm>
          <a:prstGeom prst="line">
            <a:avLst/>
          </a:prstGeom>
          <a:noFill/>
          <a:ln w="12700">
            <a:solidFill>
              <a:srgbClr val="C9A227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429768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每一次重大变更都应可被解释，从一个版本到下一个版本的路径应当可被重建。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0" y="1645920"/>
            <a:ext cx="2542032" cy="4480560"/>
          </a:xfrm>
          <a:prstGeom prst="roundRect">
            <a:avLst>
              <a:gd name="adj" fmla="val 2518"/>
            </a:avLst>
          </a:prstGeom>
          <a:solidFill>
            <a:srgbClr val="121D33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4256" y="20574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icons/balanc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2128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880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32461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证据先于结论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20440" y="3675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Conclusion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25696" y="4114800"/>
            <a:ext cx="457200" cy="0"/>
          </a:xfrm>
          <a:prstGeom prst="line">
            <a:avLst/>
          </a:prstGeom>
          <a:noFill/>
          <a:ln w="12700">
            <a:solidFill>
              <a:srgbClr val="C9A227">
                <a:alpha val="7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84448" y="429768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变更应由可观察的证据支撑，而非仅凭直觉；证据缺失不应被臆测填补。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26480" y="1645920"/>
            <a:ext cx="2542032" cy="4480560"/>
          </a:xfrm>
          <a:prstGeom prst="roundRect">
            <a:avLst>
              <a:gd name="adj" fmla="val 25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77456" y="20574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2" descr="icons/histor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21284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2880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63640" y="32461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渐进式稳定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263640" y="3675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Stabilization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168896" y="4114800"/>
            <a:ext cx="457200" cy="0"/>
          </a:xfrm>
          <a:prstGeom prst="line">
            <a:avLst/>
          </a:prstGeom>
          <a:noFill/>
          <a:ln w="12700">
            <a:solidFill>
              <a:srgbClr val="C9A227">
                <a:alpha val="7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27648" y="429768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探索可以快速进行，但稳定发布必须审慎；每个发布版本都是未来演化的可信基石。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869680" y="1645920"/>
            <a:ext cx="2542032" cy="4480560"/>
          </a:xfrm>
          <a:prstGeom prst="roundRect">
            <a:avLst>
              <a:gd name="adj" fmla="val 2518"/>
            </a:avLst>
          </a:prstGeom>
          <a:solidFill>
            <a:srgbClr val="121D33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820656" y="20574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3" descr="icons/shiel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21284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869680" y="2880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006840" y="32461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失败安全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9006840" y="3675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Safe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912096" y="4114800"/>
            <a:ext cx="457200" cy="0"/>
          </a:xfrm>
          <a:prstGeom prst="line">
            <a:avLst/>
          </a:prstGeom>
          <a:noFill/>
          <a:ln w="12700">
            <a:solidFill>
              <a:srgbClr val="C9A227">
                <a:alpha val="7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070848" y="429768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当信息不完整时，协议不会猜测，而是请求补充证据后再给出评审结论。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解决的问题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 帮助回答这些关键问题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评审的重点不是「正确性本身」，而是「演化的质量」。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4F5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2199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这个概念是真的在改进，还是仅仅换了一个说法？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4495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项目是否已经偏离了最初的目标？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4F5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8679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70332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新版本是否仍能解决最初要解决的问题？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6908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452628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演化背后的推理过程，是否可以被重建？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4F5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5138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534924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这个理论是否已经成熟，足以进入稳定发布？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双重视角融合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科学思维 与 工程实践 的交汇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983480" cy="4297680"/>
          </a:xfrm>
          <a:prstGeom prst="roundRect">
            <a:avLst>
              <a:gd name="adj" fmla="val 1277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s/flask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科学研究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51560" y="2834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 Hypothesis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3429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 Observation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51560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Validation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51560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可复现性 Reproducibility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51560" y="5303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引导理论演化的科学严谨性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37960" y="1691640"/>
            <a:ext cx="4983480" cy="4297680"/>
          </a:xfrm>
          <a:prstGeom prst="roundRect">
            <a:avLst>
              <a:gd name="adj" fmla="val 127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icons/bran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57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工程实践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949440" y="2834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Implementation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949440" y="3429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 Release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949440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 Maintenance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949440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持续改进 Continuous Improvement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949440" y="5303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治理稳定发布的工程纪律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788152" y="3547872"/>
            <a:ext cx="585216" cy="585216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788152" y="3547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独立评审协议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框架无关，适用于一切持续演化的知识体系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不依赖任何特定方法论、框架或组织，可用于评审：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146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icons/bul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7203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05740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理论框架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315968" y="20574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5146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icons/site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7203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205740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软件架构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991856" y="20574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84464" y="25146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icons/balanc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27203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26296" y="205740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治理模型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32688" y="44805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icons/filesi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46863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74520" y="402336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技术标准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4315968" y="402336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08576" y="44805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4" descr="icons/clipbo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16" y="46863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50408" y="402336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研究文档</a:t>
            </a:r>
            <a:endParaRPr lang="en-US" sz="1650" dirty="0"/>
          </a:p>
        </p:txBody>
      </p:sp>
      <p:sp>
        <p:nvSpPr>
          <p:cNvPr id="25" name="Shape 18"/>
          <p:cNvSpPr/>
          <p:nvPr/>
        </p:nvSpPr>
        <p:spPr>
          <a:xfrm>
            <a:off x="7991856" y="402336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84464" y="44805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5" descr="icons/history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04" y="468630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26296" y="402336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长期 AI 项目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治理原则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以人为本的治理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Evolution Auditor 不是自主决策者。评审决策始终是人类的责任。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D33"/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pic>
        <p:nvPicPr>
          <p:cNvPr id="7" name="Image 0" descr="icon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9260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结构化分析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17520" y="269748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74720" y="269748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D33"/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pic>
        <p:nvPicPr>
          <p:cNvPr id="11" name="Image 1" descr="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92608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证据收集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852160" y="269748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309360" y="269748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D33"/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pic>
        <p:nvPicPr>
          <p:cNvPr id="15" name="Image 2" descr="icons/balanc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92608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一致性核验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686800" y="269748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144000" y="269748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D33"/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pic>
        <p:nvPicPr>
          <p:cNvPr id="19" name="Image 3" descr="icons/userc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292608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评审建议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40080" y="457200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icons/lock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9204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457200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最终批准权，始终属于人类评审者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愿景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让理论评审，像代码评审一样日常和严谨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随着 AI 越来越多地参与知识创造，评审知识的演化，正在变得和生成知识本身同样重要。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3317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并非每一个新想法都应该成为稳定框架的一部分。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只有经受住结构化评审的理论，才能成为未来工作的基石。 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D8D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920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1E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Evolution Auditor 是一套科学评审协议，帮助人类与 AI 团队在演化知识的同时，不失去理论的完整性。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457200"/>
            <a:ext cx="3657600" cy="3657600"/>
          </a:xfrm>
          <a:prstGeom prst="ellipse">
            <a:avLst/>
          </a:prstGeom>
          <a:solidFill>
            <a:srgbClr val="FFFFFF">
              <a:alpha val="3000"/>
            </a:srgbClr>
          </a:solidFill>
          <a:ln w="1905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468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Evolution Auditor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让每一次演化，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都经得起审视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099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Evolution Auditor 理论演化审计协议</dc:title>
  <dc:subject>PptxGenJS Presentation</dc:subject>
  <dc:creator>Theory Evolution Auditor</dc:creator>
  <cp:lastModifiedBy>Theory Evolution Auditor</cp:lastModifiedBy>
  <cp:revision>1</cp:revision>
  <dcterms:created xsi:type="dcterms:W3CDTF">2026-06-26T17:04:35Z</dcterms:created>
  <dcterms:modified xsi:type="dcterms:W3CDTF">2026-06-26T17:04:35Z</dcterms:modified>
</cp:coreProperties>
</file>