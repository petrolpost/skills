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61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Evolution Auditor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5361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中文版使用说明 · 案例驱动 · 含错误发现与纠正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20574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F5AA6"/>
          </a:solidFill>
          <a:ln w="12700">
            <a:solidFill>
              <a:srgbClr val="1F5A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762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像审查代码一样，审查理论如何演化。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03720" y="822960"/>
            <a:ext cx="457200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68312" y="9509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本次主线案例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68312" y="1261872"/>
            <a:ext cx="42428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一个虚拟知识项目从 0 到 1，再从 1 到稳定发布。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它会经历：问题出现、理论诞生、边界膨胀、错误暴露、审查纠正、记录沉淀、稳定发布。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你会在案例中看到 TEA 的对象如何被拆开：Evolution Pair、Diff、Evidence、Decision、TER、Boundaries、Debt。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14032" y="4736592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D8F1EE"/>
          </a:solidFill>
          <a:ln w="12700">
            <a:solidFill>
              <a:srgbClr val="D8F1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481888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8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案例式教学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4736592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8EBC5"/>
          </a:solidFill>
          <a:ln w="12700">
            <a:solidFill>
              <a:srgbClr val="F8EBC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481888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9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流程拆解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710928" y="4736592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8D9D9"/>
          </a:solidFill>
          <a:ln w="12700">
            <a:solidFill>
              <a:srgbClr val="F8D9D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0928" y="481888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纠错演练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这个 skill 要解决什么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把“知识越来越多”变成“知识演化可审查、可纠错、可发布”。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566160" cy="1417320"/>
          </a:xfrm>
          <a:prstGeom prst="roundRect">
            <a:avLst>
              <a:gd name="adj" fmla="val 3226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7393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084832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和人类一起协作久了，概念会变多、版本会变乱、旧假设会被悄悄改写，但没有一套像 Code Review 那样稳定的审查方式。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66160" cy="1417320"/>
          </a:xfrm>
          <a:prstGeom prst="roundRect">
            <a:avLst>
              <a:gd name="adj" fmla="val 3226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77393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的回答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07992" y="2084832"/>
            <a:ext cx="32369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不生成理论，只审查理论是否“正确地演化”。重点不是内容有没有写得漂亮，而是变化有没有证据、边界有没有守住。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1417320"/>
          </a:xfrm>
          <a:prstGeom prst="roundRect">
            <a:avLst>
              <a:gd name="adj" fmla="val 3226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177393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1312" y="2084832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让知识系统像软件一样：能回溯、能评审、能记录技术债、能决定什么时候收敛发布。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398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关心四件事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34747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有没有从 Base 到 Candidate 的清晰对照。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变化是不是能用证据指针说明。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有没有把边界讲清楚，而不是越界扩展。</a:t>
            </a:r>
            <a:endParaRPr lang="en-US" sz="1050" dirty="0"/>
          </a:p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遇到不确定时是否先拦住，而不是先放行。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37033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D8F1EE"/>
          </a:solidFill>
          <a:ln w="12700">
            <a:solidFill>
              <a:srgbClr val="D8F1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739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8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6995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52628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= 理论演化的审计员，不是理论生成器。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00600" y="4901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它像 Code Review 一样工作，但审查对象不是代码，而是知识和概念的演化路径。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主线案例：一个虚拟理论如何诞生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案例名：Agent Memory Governance Framework。它用来管理 AI 长期协作中的记忆、边界和证据。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1828800" cy="2834640"/>
          </a:xfrm>
          <a:prstGeom prst="roundRect">
            <a:avLst>
              <a:gd name="adj" fmla="val 2500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110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问题出现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340864"/>
            <a:ext cx="149961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项目里记忆越来越多，团队开始分不清哪些是稳定知识，哪些只是临时想法。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3154680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783080"/>
            <a:ext cx="1828800" cy="2834640"/>
          </a:xfrm>
          <a:prstGeom prst="roundRect">
            <a:avLst>
              <a:gd name="adj" fmla="val 2500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9110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提出假设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99232" y="2340864"/>
            <a:ext cx="149961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需要一个框架，把记忆、证据、边界和发布节奏统一管理起来。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3154680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83480" y="1783080"/>
            <a:ext cx="1828800" cy="2834640"/>
          </a:xfrm>
          <a:prstGeom prst="roundRect">
            <a:avLst>
              <a:gd name="adj" fmla="val 2500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48072" y="19110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初始定义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48072" y="2340864"/>
            <a:ext cx="149961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Memory Layer、Evidence Pointer、Boundary Contract、Release Note。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12280" y="3154680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2320" y="1783080"/>
            <a:ext cx="1828800" cy="2834640"/>
          </a:xfrm>
          <a:prstGeom prst="roundRect">
            <a:avLst>
              <a:gd name="adj" fmla="val 2500"/>
            </a:avLst>
          </a:prstGeom>
          <a:solidFill>
            <a:srgbClr val="F8D9D9"/>
          </a:solidFill>
          <a:ln w="12700">
            <a:solidFill>
              <a:srgbClr val="F8D9D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19110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遇到错误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96912" y="2340864"/>
            <a:ext cx="149961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新版本把任务管理也塞进治理框架，开始边界膨胀，证据也变弱。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0" y="3154680"/>
            <a:ext cx="320040" cy="0"/>
          </a:xfrm>
          <a:prstGeom prst="line">
            <a:avLst/>
          </a:prstGeom>
          <a:noFill/>
          <a:ln w="25400">
            <a:solidFill>
              <a:srgbClr val="B43A3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81160" y="1783080"/>
            <a:ext cx="1828800" cy="2834640"/>
          </a:xfrm>
          <a:prstGeom prst="roundRect">
            <a:avLst>
              <a:gd name="adj" fmla="val 2500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5752" y="19110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修正发布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45752" y="2340864"/>
            <a:ext cx="1499616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拦截越界，要求拆分模块，补充证据，再进入稳定发布。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F8EBC5"/>
          </a:solidFill>
          <a:ln w="12700">
            <a:solidFill>
              <a:srgbClr val="F8EB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0200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9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这个案例的价值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394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它不是“一个漂亮案例”，而是一个故意经历错误、审查、纠正的完整演化过程。这样才能把 TEA 的对象讲清楚。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先看对象：TEA 里到底有哪些核心对象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这页是后面所有案例的“字典”。先认识对象，再看流程。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074920" cy="1078992"/>
          </a:xfrm>
          <a:prstGeom prst="roundRect">
            <a:avLst>
              <a:gd name="adj" fmla="val 4237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1965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Evolution Pair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130552"/>
            <a:ext cx="4745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Version + Candidate Version，是审计输入的最小单元。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074920" cy="1078992"/>
          </a:xfrm>
          <a:prstGeom prst="roundRect">
            <a:avLst>
              <a:gd name="adj" fmla="val 4237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181965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36792" y="2130552"/>
            <a:ext cx="4745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不是文本差异，而是理论语义上的变化。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990088"/>
            <a:ext cx="5074920" cy="1078992"/>
          </a:xfrm>
          <a:prstGeom prst="roundRect">
            <a:avLst>
              <a:gd name="adj" fmla="val 4237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1181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Pointer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3429000"/>
            <a:ext cx="4745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不是口头解释，而是可回指的证据链接/工单/报告。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2990088"/>
            <a:ext cx="5074920" cy="1078992"/>
          </a:xfrm>
          <a:prstGeom prst="roundRect">
            <a:avLst>
              <a:gd name="adj" fmla="val 4237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1181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Contract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36792" y="3429000"/>
            <a:ext cx="4745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最终出口只有四种：PASS / PASS WITH DEBT / REVISE / BLOCK。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88536"/>
            <a:ext cx="5074920" cy="1078992"/>
          </a:xfrm>
          <a:prstGeom prst="roundRect">
            <a:avLst>
              <a:gd name="adj" fmla="val 4237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41655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4727448"/>
            <a:ext cx="4745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把理论怎么变的写下来，方便下次复盘。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4288536"/>
            <a:ext cx="5074920" cy="1078992"/>
          </a:xfrm>
          <a:prstGeom prst="roundRect">
            <a:avLst>
              <a:gd name="adj" fmla="val 4237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441655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36792" y="4727448"/>
            <a:ext cx="4745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明确什么属于它，什么绝对不属于它。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5486400"/>
            <a:ext cx="10515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41848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后面每个案例都会反复出现这些对象，只是场景不同、证据不同、结论不同。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主流程：Diff → Evidence → Decision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的骨架很简单，但每一步都不能省。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1920240" cy="1234440"/>
          </a:xfrm>
          <a:prstGeom prst="roundRect">
            <a:avLst>
              <a:gd name="adj" fmla="val 3704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04825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2377814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稳定基线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2542032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1920240"/>
            <a:ext cx="1920240" cy="1234440"/>
          </a:xfrm>
          <a:prstGeom prst="roundRect">
            <a:avLst>
              <a:gd name="adj" fmla="val 3704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204825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73552" y="2377814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待审查版本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2542032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49240" y="1920240"/>
            <a:ext cx="1920240" cy="1234440"/>
          </a:xfrm>
          <a:prstGeom prst="roundRect">
            <a:avLst>
              <a:gd name="adj" fmla="val 3704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204825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13832" y="2377814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看变化本身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9480" y="2542032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1920240"/>
            <a:ext cx="1920240" cy="1234440"/>
          </a:xfrm>
          <a:prstGeom prst="roundRect">
            <a:avLst>
              <a:gd name="adj" fmla="val 3704"/>
            </a:avLst>
          </a:prstGeom>
          <a:solidFill>
            <a:srgbClr val="DCEBFF"/>
          </a:solidFill>
          <a:ln w="12700">
            <a:solidFill>
              <a:srgbClr val="DCEBFF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204825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54112" y="2377814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找证据指针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509760" y="2542032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829800" y="1920240"/>
            <a:ext cx="1920240" cy="1234440"/>
          </a:xfrm>
          <a:prstGeom prst="roundRect">
            <a:avLst>
              <a:gd name="adj" fmla="val 3704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4392" y="204825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94392" y="2377814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3886200"/>
            <a:ext cx="54406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4014216"/>
            <a:ext cx="5111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为什么这个流程有效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33272" y="4325112"/>
            <a:ext cx="5111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它强迫审查者先看“变化是什么”，再看“证据够不够”，最后再决定“放行还是拦截”。这能避免一上来就给结论。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37960" y="3886200"/>
            <a:ext cx="48006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4014216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最重要的纪律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02552" y="4325112"/>
            <a:ext cx="4471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Evolution Pair，就没有审查；没有 Evidence Pointer，就不要假装已经验证；边界不清时，默认黄灯。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案例一：项目健康度检查（模式 A）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从“当前状态”回头看整个演化链，判断是不是还能说清楚起点和边界。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3657600" cy="2103120"/>
          </a:xfrm>
          <a:prstGeom prst="roundRect">
            <a:avLst>
              <a:gd name="adj" fmla="val 2174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6537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176272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项目已有多个版本，团队想知道：这个理论还是不是最初要解决的问题的延伸？有没有概念漂移？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657600" cy="2103120"/>
          </a:xfrm>
          <a:prstGeom prst="roundRect">
            <a:avLst>
              <a:gd name="adj" fmla="val 2174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86537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审查动作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0872" y="2176272"/>
            <a:ext cx="3328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检查可回溯性、版本稳定性、闭环与证据、可积累性、概念漂移五个维度。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66760" y="1737360"/>
            <a:ext cx="3154680" cy="2103120"/>
          </a:xfrm>
          <a:prstGeom prst="roundRect">
            <a:avLst>
              <a:gd name="adj" fmla="val 2174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1352" y="1865376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31352" y="2176272"/>
            <a:ext cx="2825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健康评分、综合判断、建议行动。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F8EBC5"/>
          </a:solidFill>
          <a:ln w="12700">
            <a:solidFill>
              <a:srgbClr val="F8EBC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97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9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示例结论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553712"/>
            <a:ext cx="10789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773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A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健康评分：3/5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35086" y="4800600"/>
            <a:ext cx="792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当前仍能解释 Step 0，但证据链变弱，且边界出现歧义。建议补充 TER，并把超出边界的能力拆出去。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案例二：PR 审查中的错误发现与纠正（模式 B）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这里加入一次“真实会发生的错误”：边界膨胀。TEA 的作用就是先把它拦下来。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3657600" cy="1965960"/>
          </a:xfrm>
          <a:prstGeom prst="roundRect">
            <a:avLst>
              <a:gd name="adj" fmla="val 2326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1965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版本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130552"/>
            <a:ext cx="33284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开发者想把“任务管理”也并入记忆治理框架，理由是“这样更统一”。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691640"/>
            <a:ext cx="3017520" cy="1965960"/>
          </a:xfrm>
          <a:prstGeom prst="roundRect">
            <a:avLst>
              <a:gd name="adj" fmla="val 2326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181965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发现的问题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90872" y="2130552"/>
            <a:ext cx="2688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统一性看起来更强，但边界开始失真，理论职责扩大，概念漂移风险上升。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26680" y="1691640"/>
            <a:ext cx="3520440" cy="1965960"/>
          </a:xfrm>
          <a:prstGeom prst="roundRect">
            <a:avLst>
              <a:gd name="adj" fmla="val 2326"/>
            </a:avLst>
          </a:prstGeom>
          <a:solidFill>
            <a:srgbClr val="F8D9D9"/>
          </a:solidFill>
          <a:ln w="12700">
            <a:solidFill>
              <a:srgbClr val="F8D9D9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91272" y="18196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处理方式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91272" y="2130552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按黄灯审查，要求证明边界演化、拆分模块或撤回变更。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DCEBFF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142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错误纠正流程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452628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465429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832" y="496519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问题提交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0" y="4974336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80360" y="452628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44952" y="465429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44952" y="496519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识别歧义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4974336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83480" y="452628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F8D9D9"/>
          </a:solidFill>
          <a:ln w="12700">
            <a:solidFill>
              <a:srgbClr val="F8D9D9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465429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48072" y="496519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黄灯拦截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4974336"/>
            <a:ext cx="320040" cy="0"/>
          </a:xfrm>
          <a:prstGeom prst="line">
            <a:avLst/>
          </a:prstGeom>
          <a:noFill/>
          <a:ln w="25400">
            <a:solidFill>
              <a:srgbClr val="B43A3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86600" y="452628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51192" y="465429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51192" y="496519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补证据/拆模块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69680" y="4974336"/>
            <a:ext cx="32004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89720" y="4526280"/>
            <a:ext cx="1783080" cy="896112"/>
          </a:xfrm>
          <a:prstGeom prst="roundRect">
            <a:avLst>
              <a:gd name="adj" fmla="val 5102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465429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54312" y="4965192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重新审查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" y="5623560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这页的重点不是“发现错误”，而是“发现后怎么纠正并重新进入稳定路径”。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错误是怎么被拆开的：对象级纠错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把“边界膨胀”拆成可判断的对象，而不是一句“感觉不对”。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2743200" cy="3566160"/>
          </a:xfrm>
          <a:prstGeom prst="roundRect">
            <a:avLst>
              <a:gd name="adj" fmla="val 1667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6537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249424"/>
            <a:ext cx="241401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新概念开始堆叠。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功能归属变模糊。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证据开始只剩口头解释。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团队说“先统一再说”。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49040" y="1737360"/>
            <a:ext cx="3749040" cy="3566160"/>
          </a:xfrm>
          <a:prstGeom prst="roundRect">
            <a:avLst>
              <a:gd name="adj" fmla="val 1282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186537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的拆解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13632" y="2249424"/>
            <a:ext cx="341985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Evolution Pair：Base 是“记忆治理”，Candidate 变成“记忆 + 任务”。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Diff：不只是新增能力，而是职责扩大。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Boundaries：原本明确的 out-of-scope 被悄悄吞掉。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Evidence：没有证据证明任务管理必须属于同一理论。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18120" y="1737360"/>
            <a:ext cx="3611880" cy="3566160"/>
          </a:xfrm>
          <a:prstGeom prst="roundRect">
            <a:avLst>
              <a:gd name="adj" fmla="val 1282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82712" y="1865376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纠正后的结果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82712" y="2249424"/>
            <a:ext cx="328269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把任务管理拆成独立模块，保留记忆治理的核心边界；如果需要联合工作，通过接口协作而不是概念合并。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F8EBC5"/>
          </a:solidFill>
          <a:ln w="12700">
            <a:solidFill>
              <a:srgbClr val="F8EBC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522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9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5541264"/>
            <a:ext cx="9235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4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REVISE：需要修改后重新提交，不是直接放行。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案例三：TER 如何记录“这个理论是怎么变出来的”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把演化过程写成可复盘的记录，后续审查才不会靠记忆猜。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2240280" cy="3566160"/>
          </a:xfrm>
          <a:prstGeom prst="roundRect">
            <a:avLst>
              <a:gd name="adj" fmla="val 2041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86537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304288"/>
            <a:ext cx="191109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团队不知道哪些是稳定知识，哪些只是临时想法。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63824" y="1737360"/>
            <a:ext cx="2240280" cy="3566160"/>
          </a:xfrm>
          <a:prstGeom prst="roundRect">
            <a:avLst>
              <a:gd name="adj" fmla="val 2041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8416" y="186537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28416" y="2304288"/>
            <a:ext cx="191109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需要一个治理框架，把记忆、证据和边界统一起来。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14416" y="1737360"/>
            <a:ext cx="2240280" cy="3566160"/>
          </a:xfrm>
          <a:prstGeom prst="roundRect">
            <a:avLst>
              <a:gd name="adj" fmla="val 2041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9008" y="186537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79008" y="2304288"/>
            <a:ext cx="191109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定义核心对象与边界：Memory Layer、Evidence Pointer、Release Note。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5008" y="1737360"/>
            <a:ext cx="2240280" cy="3566160"/>
          </a:xfrm>
          <a:prstGeom prst="roundRect">
            <a:avLst>
              <a:gd name="adj" fmla="val 2041"/>
            </a:avLst>
          </a:prstGeom>
          <a:solidFill>
            <a:srgbClr val="F8D9D9"/>
          </a:solidFill>
          <a:ln w="12700">
            <a:solidFill>
              <a:srgbClr val="F8D9D9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865376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2304288"/>
            <a:ext cx="191109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引入任务管理后，边界开始膨胀，必须重审。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0" y="1737360"/>
            <a:ext cx="960120" cy="3566160"/>
          </a:xfrm>
          <a:prstGeom prst="roundRect">
            <a:avLst>
              <a:gd name="adj" fmla="val 4762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80192" y="1865376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80192" y="2304288"/>
            <a:ext cx="630936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保留核心。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拆分越界项。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记录技术债。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 的价值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它不是项目日志，而是理论演化的记忆装置。下次再审查时，Base 不靠回忆，靠记录。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应用方式不止一种：同一个 skill 的四种用法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同一套理念，可以在不同场景里以不同强度使用。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1109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手动审查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221992"/>
            <a:ext cx="4745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你在聊天里描述当前状态，TEA 帮你判断健康度或阶段。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1109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门禁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19672" y="2221992"/>
            <a:ext cx="4745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每次重构或新增概念前，先过黄灯/红灯判断。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655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 门禁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3776472"/>
            <a:ext cx="4745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PASS / PASS WITH DEBT 才能进入稳定版本。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3337560"/>
            <a:ext cx="5074920" cy="1143000"/>
          </a:xfrm>
          <a:prstGeom prst="roundRect">
            <a:avLst>
              <a:gd name="adj" fmla="val 4000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34655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长期治理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19672" y="3776472"/>
            <a:ext cx="4745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TER 和 Boundaries 让知识系统可持续演化。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推荐使用顺序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先手动审查，熟悉对象和判断方式；再把它固化到 PR 或 Release 门禁；最后把 TER 作为长期记忆层。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信息不足时，TEA 为什么要先停下来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这是它最重要的安全感来源：不知道就不要装知道。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3474720" cy="2743200"/>
          </a:xfrm>
          <a:prstGeom prst="roundRect">
            <a:avLst>
              <a:gd name="adj" fmla="val 1667"/>
            </a:avLst>
          </a:prstGeom>
          <a:solidFill>
            <a:srgbClr val="F8D9D9"/>
          </a:solidFill>
          <a:ln w="12700">
            <a:solidFill>
              <a:srgbClr val="F8D9D9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1109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危险做法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221992"/>
            <a:ext cx="3145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只给一个模糊描述，就直接产出完整审查报告，甚至还假装有证据。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474720" cy="2743200"/>
          </a:xfrm>
          <a:prstGeom prst="roundRect">
            <a:avLst>
              <a:gd name="adj" fmla="val 1667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91109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的做法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45152" y="2221992"/>
            <a:ext cx="3145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先问问题：当前变更是什么？有没有 TER？最初问题是什么？边界在哪里？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063240" cy="2743200"/>
          </a:xfrm>
          <a:prstGeom prst="roundRect">
            <a:avLst>
              <a:gd name="adj" fmla="val 1667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9110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94192" y="2221992"/>
            <a:ext cx="27340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减少幻觉，减少错放行，减少后续返工。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4892040"/>
            <a:ext cx="105613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48072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226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Fail-safe 不是保守，它是在证据不足时，主动保护理论的边界完整性。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从创建到收口：一条完整的演化链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把虚拟案例的全生命周期压成一张图，方便讲给别人听。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1188720" cy="96012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025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3134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0" y="2350008"/>
            <a:ext cx="2286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57400" y="1874520"/>
            <a:ext cx="1188720" cy="960120"/>
          </a:xfrm>
          <a:prstGeom prst="roundRect">
            <a:avLst>
              <a:gd name="adj" fmla="val 4762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20025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21992" y="23134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提出假设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350008"/>
            <a:ext cx="2286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74720" y="1874520"/>
            <a:ext cx="1188720" cy="960120"/>
          </a:xfrm>
          <a:prstGeom prst="roundRect">
            <a:avLst>
              <a:gd name="adj" fmla="val 4762"/>
            </a:avLst>
          </a:prstGeom>
          <a:solidFill>
            <a:srgbClr val="DCEBFF"/>
          </a:solidFill>
          <a:ln w="12700">
            <a:solidFill>
              <a:srgbClr val="DCEBFF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20025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39312" y="23134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定义边界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350008"/>
            <a:ext cx="2286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92040" y="1874520"/>
            <a:ext cx="1188720" cy="960120"/>
          </a:xfrm>
          <a:prstGeom prst="roundRect">
            <a:avLst>
              <a:gd name="adj" fmla="val 4762"/>
            </a:avLst>
          </a:prstGeom>
          <a:solidFill>
            <a:srgbClr val="F8D9D9"/>
          </a:solidFill>
          <a:ln w="12700">
            <a:solidFill>
              <a:srgbClr val="F8D9D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0025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56632" y="23134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引入错误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2350008"/>
            <a:ext cx="228600" cy="0"/>
          </a:xfrm>
          <a:prstGeom prst="line">
            <a:avLst/>
          </a:prstGeom>
          <a:noFill/>
          <a:ln w="25400">
            <a:solidFill>
              <a:srgbClr val="B43A3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1874520"/>
            <a:ext cx="1188720" cy="960120"/>
          </a:xfrm>
          <a:prstGeom prst="roundRect">
            <a:avLst>
              <a:gd name="adj" fmla="val 4762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0025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23134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审查纠正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2350008"/>
            <a:ext cx="2286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726680" y="1874520"/>
            <a:ext cx="1188720" cy="960120"/>
          </a:xfrm>
          <a:prstGeom prst="roundRect">
            <a:avLst>
              <a:gd name="adj" fmla="val 4762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20025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91272" y="23134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TER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15400" y="2350008"/>
            <a:ext cx="2286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4000" y="1874520"/>
            <a:ext cx="1188720" cy="960120"/>
          </a:xfrm>
          <a:prstGeom prst="roundRect">
            <a:avLst>
              <a:gd name="adj" fmla="val 4762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20025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308592" y="23134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稳定发布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332720" y="2350008"/>
            <a:ext cx="228600" cy="0"/>
          </a:xfrm>
          <a:prstGeom prst="line">
            <a:avLst/>
          </a:prstGeom>
          <a:noFill/>
          <a:ln w="254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561320" y="1874520"/>
            <a:ext cx="1188720" cy="960120"/>
          </a:xfrm>
          <a:prstGeom prst="roundRect">
            <a:avLst>
              <a:gd name="adj" fmla="val 4762"/>
            </a:avLst>
          </a:prstGeom>
          <a:solidFill>
            <a:srgbClr val="F5F8FC"/>
          </a:solidFill>
          <a:ln w="12700">
            <a:solidFill>
              <a:srgbClr val="F5F8FC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25912" y="200253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725912" y="2313432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持续观察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" y="39776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这条链背后的教学点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4251960"/>
            <a:ext cx="109728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03200" indent="-203200">
              <a:buSzPct val="100000"/>
              <a:buChar char="•"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不是在“证明自己正确”，而是在训练一个知识系统如何在出错后继续正确地演化。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你在这个 skill 里会看到的结论风格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不同场景会输出不同结论，但语言是统一的。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18520" cy="36576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2514600" cy="2377440"/>
          </a:xfrm>
          <a:prstGeom prst="roundRect">
            <a:avLst>
              <a:gd name="adj" fmla="val 1923"/>
            </a:avLst>
          </a:prstGeom>
          <a:solidFill>
            <a:srgbClr val="E3F4E8"/>
          </a:solidFill>
          <a:ln w="12700">
            <a:solidFill>
              <a:srgbClr val="E3F4E8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4825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359152"/>
            <a:ext cx="2185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演化健康，可以放行。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920240"/>
            <a:ext cx="2514600" cy="2377440"/>
          </a:xfrm>
          <a:prstGeom prst="roundRect">
            <a:avLst>
              <a:gd name="adj" fmla="val 1923"/>
            </a:avLst>
          </a:prstGeom>
          <a:solidFill>
            <a:srgbClr val="F8EBC5"/>
          </a:solidFill>
          <a:ln w="12700">
            <a:solidFill>
              <a:srgbClr val="F8EBC5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204825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WITH DEBT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30752" y="2359152"/>
            <a:ext cx="2185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可以放行，但要记一笔技术债。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2514600" cy="2377440"/>
          </a:xfrm>
          <a:prstGeom prst="roundRect">
            <a:avLst>
              <a:gd name="adj" fmla="val 1923"/>
            </a:avLst>
          </a:prstGeom>
          <a:solidFill>
            <a:srgbClr val="D8F1EE"/>
          </a:solidFill>
          <a:ln w="12700">
            <a:solidFill>
              <a:srgbClr val="D8F1E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04825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65392" y="2359152"/>
            <a:ext cx="2185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需要修改后重新提交。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5440" y="1920240"/>
            <a:ext cx="2514600" cy="2377440"/>
          </a:xfrm>
          <a:prstGeom prst="roundRect">
            <a:avLst>
              <a:gd name="adj" fmla="val 1923"/>
            </a:avLst>
          </a:prstGeom>
          <a:solidFill>
            <a:srgbClr val="F8D9D9"/>
          </a:solidFill>
          <a:ln w="12700">
            <a:solidFill>
              <a:srgbClr val="F8D9D9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0032" y="204825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00032" y="2359152"/>
            <a:ext cx="2185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核心边界有问题，必须拦截。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10744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64608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是统一出口，确保不同场景都落到 PASS / PASS WITH DEBT / REVISE / BLOCK。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收束一下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1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一个虚拟理论从创建、犯错、纠错，到稳定发布的全过程。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65760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396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450592"/>
            <a:ext cx="3328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 的重点不是“更聪明地生成”，而是“更严谨地演化”。它通过对象、流程、边界和决策契约，把知识系统做成可审查的东西。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2011680"/>
            <a:ext cx="34747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2139696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90872" y="2450592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原理、案例、流程、错误纠正、TER 记录、阶段导航。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06324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1396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94192" y="2450592"/>
            <a:ext cx="27340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1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让理论像代码一样被审查，让演化像发布一样被记录。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75320" y="4983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E6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Decision: PASS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909</Words>
  <Application>Microsoft Office PowerPoint</Application>
  <PresentationFormat>宽屏</PresentationFormat>
  <Paragraphs>225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Evolution Auditor 使用说明：从虚拟理论创建到稳定发布</dc:title>
  <dc:subject>Theory Evolution Auditor 使用说明</dc:subject>
  <dc:creator>Codex</dc:creator>
  <cp:lastModifiedBy>钢 陈</cp:lastModifiedBy>
  <cp:revision>4</cp:revision>
  <dcterms:created xsi:type="dcterms:W3CDTF">2026-06-27T01:40:50Z</dcterms:created>
  <dcterms:modified xsi:type="dcterms:W3CDTF">2026-06-27T01:47:13Z</dcterms:modified>
</cp:coreProperties>
</file>